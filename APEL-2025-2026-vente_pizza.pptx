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1173600" y="1017720"/>
            <a:ext cx="4725720" cy="81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;p2"/>
          <p:cNvPicPr/>
          <p:nvPr/>
        </p:nvPicPr>
        <p:blipFill>
          <a:blip r:embed="rId14"/>
          <a:srcRect t="7786" b="778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34" name="Google Shape;10;p2"/>
          <p:cNvGrpSpPr/>
          <p:nvPr/>
        </p:nvGrpSpPr>
        <p:grpSpPr>
          <a:xfrm>
            <a:off x="-371880" y="-443520"/>
            <a:ext cx="10271160" cy="6411600"/>
            <a:chOff x="-371880" y="-443520"/>
            <a:chExt cx="10271160" cy="6411600"/>
          </a:xfrm>
        </p:grpSpPr>
        <p:pic>
          <p:nvPicPr>
            <p:cNvPr id="2" name="Google Shape;11;p2"/>
            <p:cNvPicPr/>
            <p:nvPr/>
          </p:nvPicPr>
          <p:blipFill>
            <a:blip r:embed="rId15">
              <a:alphaModFix amt="20000"/>
            </a:blip>
            <a:stretch/>
          </p:blipFill>
          <p:spPr>
            <a:xfrm>
              <a:off x="6626160" y="-274320"/>
              <a:ext cx="1324800" cy="1324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" name="Google Shape;12;p2"/>
            <p:cNvPicPr/>
            <p:nvPr/>
          </p:nvPicPr>
          <p:blipFill>
            <a:blip r:embed="rId16">
              <a:alphaModFix amt="20000"/>
            </a:blip>
            <a:stretch/>
          </p:blipFill>
          <p:spPr>
            <a:xfrm>
              <a:off x="2833200" y="-428760"/>
              <a:ext cx="987120" cy="987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" name="Google Shape;13;p2"/>
            <p:cNvPicPr/>
            <p:nvPr/>
          </p:nvPicPr>
          <p:blipFill>
            <a:blip r:embed="rId17">
              <a:alphaModFix amt="20000"/>
            </a:blip>
            <a:stretch/>
          </p:blipFill>
          <p:spPr>
            <a:xfrm>
              <a:off x="-315720" y="654840"/>
              <a:ext cx="1128960" cy="1127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" name="Google Shape;14;p2"/>
            <p:cNvPicPr/>
            <p:nvPr/>
          </p:nvPicPr>
          <p:blipFill>
            <a:blip r:embed="rId18">
              <a:alphaModFix amt="20000"/>
            </a:blip>
            <a:stretch/>
          </p:blipFill>
          <p:spPr>
            <a:xfrm rot="17907600">
              <a:off x="-105480" y="4178880"/>
              <a:ext cx="1181520" cy="1181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" name="Google Shape;15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>
              <a:off x="6171840" y="-50760"/>
              <a:ext cx="290160" cy="28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" name="Google Shape;16;p2"/>
            <p:cNvPicPr/>
            <p:nvPr/>
          </p:nvPicPr>
          <p:blipFill>
            <a:blip r:embed="rId20">
              <a:alphaModFix amt="20000"/>
            </a:blip>
            <a:stretch/>
          </p:blipFill>
          <p:spPr>
            <a:xfrm>
              <a:off x="2232720" y="4533120"/>
              <a:ext cx="769320" cy="769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" name="Google Shape;17;p2"/>
            <p:cNvPicPr/>
            <p:nvPr/>
          </p:nvPicPr>
          <p:blipFill>
            <a:blip r:embed="rId15">
              <a:alphaModFix amt="20000"/>
            </a:blip>
            <a:stretch/>
          </p:blipFill>
          <p:spPr>
            <a:xfrm>
              <a:off x="-371880" y="2106000"/>
              <a:ext cx="1474200" cy="1474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" name="Google Shape;18;p2"/>
            <p:cNvPicPr/>
            <p:nvPr/>
          </p:nvPicPr>
          <p:blipFill>
            <a:blip r:embed="rId17">
              <a:alphaModFix amt="20000"/>
            </a:blip>
            <a:stretch/>
          </p:blipFill>
          <p:spPr>
            <a:xfrm rot="1212600">
              <a:off x="4497120" y="4536720"/>
              <a:ext cx="1017360" cy="1016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" name="Google Shape;19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 rot="10800000" flipH="1">
              <a:off x="191880" y="87480"/>
              <a:ext cx="290160" cy="28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" name="Google Shape;20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 rot="15300000">
              <a:off x="279000" y="1679040"/>
              <a:ext cx="290160" cy="28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" name="Google Shape;21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 rot="6300000">
              <a:off x="1522440" y="4463280"/>
              <a:ext cx="290160" cy="28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" name="Google Shape;22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 rot="6300000">
              <a:off x="7362000" y="4686840"/>
              <a:ext cx="290160" cy="28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" name="Google Shape;23;p2"/>
            <p:cNvPicPr/>
            <p:nvPr/>
          </p:nvPicPr>
          <p:blipFill>
            <a:blip r:embed="rId17">
              <a:alphaModFix amt="20000"/>
            </a:blip>
            <a:stretch/>
          </p:blipFill>
          <p:spPr>
            <a:xfrm rot="5400000">
              <a:off x="4110480" y="-442800"/>
              <a:ext cx="1017360" cy="1016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" name="Google Shape;24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 flipH="1">
              <a:off x="2131920" y="-137880"/>
              <a:ext cx="290160" cy="28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" name="Google Shape;25;p2"/>
            <p:cNvPicPr/>
            <p:nvPr/>
          </p:nvPicPr>
          <p:blipFill>
            <a:blip r:embed="rId15">
              <a:alphaModFix amt="20000"/>
            </a:blip>
            <a:stretch/>
          </p:blipFill>
          <p:spPr>
            <a:xfrm rot="19480200">
              <a:off x="5688720" y="4382280"/>
              <a:ext cx="1324800" cy="1324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" name="Google Shape;26;p2"/>
            <p:cNvPicPr/>
            <p:nvPr/>
          </p:nvPicPr>
          <p:blipFill>
            <a:blip r:embed="rId20">
              <a:alphaModFix amt="20000"/>
            </a:blip>
            <a:stretch/>
          </p:blipFill>
          <p:spPr>
            <a:xfrm rot="3421200">
              <a:off x="5427360" y="265680"/>
              <a:ext cx="769320" cy="769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" name="Google Shape;27;p2"/>
            <p:cNvPicPr/>
            <p:nvPr/>
          </p:nvPicPr>
          <p:blipFill>
            <a:blip r:embed="rId16">
              <a:alphaModFix amt="20000"/>
            </a:blip>
            <a:stretch/>
          </p:blipFill>
          <p:spPr>
            <a:xfrm>
              <a:off x="564840" y="3684960"/>
              <a:ext cx="894600" cy="894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" name="Google Shape;28;p2"/>
            <p:cNvPicPr/>
            <p:nvPr/>
          </p:nvPicPr>
          <p:blipFill>
            <a:blip r:embed="rId18">
              <a:alphaModFix amt="20000"/>
            </a:blip>
            <a:stretch/>
          </p:blipFill>
          <p:spPr>
            <a:xfrm rot="7310400" flipH="1">
              <a:off x="3303720" y="4017960"/>
              <a:ext cx="1181520" cy="1181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" name="Google Shape;29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 rot="6300000">
              <a:off x="192240" y="3758760"/>
              <a:ext cx="290160" cy="28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" name="Google Shape;30;p2"/>
            <p:cNvPicPr/>
            <p:nvPr/>
          </p:nvPicPr>
          <p:blipFill>
            <a:blip r:embed="rId15">
              <a:alphaModFix amt="20000"/>
            </a:blip>
            <a:stretch/>
          </p:blipFill>
          <p:spPr>
            <a:xfrm rot="10800000" flipH="1">
              <a:off x="653760" y="-443160"/>
              <a:ext cx="1521720" cy="1521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" name="Google Shape;31;p2"/>
            <p:cNvPicPr/>
            <p:nvPr/>
          </p:nvPicPr>
          <p:blipFill>
            <a:blip r:embed="rId15">
              <a:alphaModFix amt="20000"/>
            </a:blip>
            <a:stretch/>
          </p:blipFill>
          <p:spPr>
            <a:xfrm rot="10800000">
              <a:off x="8377560" y="3087000"/>
              <a:ext cx="1521720" cy="1521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" name="Google Shape;32;p2"/>
            <p:cNvPicPr/>
            <p:nvPr/>
          </p:nvPicPr>
          <p:blipFill>
            <a:blip r:embed="rId18">
              <a:alphaModFix amt="20000"/>
            </a:blip>
            <a:stretch/>
          </p:blipFill>
          <p:spPr>
            <a:xfrm rot="9672000" flipH="1">
              <a:off x="7917480" y="688320"/>
              <a:ext cx="1181520" cy="1181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4" name="Google Shape;33;p2"/>
            <p:cNvPicPr/>
            <p:nvPr/>
          </p:nvPicPr>
          <p:blipFill>
            <a:blip r:embed="rId20">
              <a:alphaModFix amt="20000"/>
            </a:blip>
            <a:stretch/>
          </p:blipFill>
          <p:spPr>
            <a:xfrm rot="10800000">
              <a:off x="8052480" y="4209120"/>
              <a:ext cx="769320" cy="769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" name="Google Shape;34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 rot="6300000">
              <a:off x="8935560" y="4565880"/>
              <a:ext cx="290160" cy="28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" name="Google Shape;35;p2"/>
            <p:cNvPicPr/>
            <p:nvPr/>
          </p:nvPicPr>
          <p:blipFill>
            <a:blip r:embed="rId17">
              <a:alphaModFix amt="20000"/>
            </a:blip>
            <a:stretch/>
          </p:blipFill>
          <p:spPr>
            <a:xfrm rot="14859600">
              <a:off x="8315280" y="-149040"/>
              <a:ext cx="1316520" cy="1315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7" name="Google Shape;36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 rot="6300000">
              <a:off x="7969320" y="129240"/>
              <a:ext cx="290160" cy="28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" name="Google Shape;37;p2"/>
            <p:cNvPicPr/>
            <p:nvPr/>
          </p:nvPicPr>
          <p:blipFill>
            <a:blip r:embed="rId16">
              <a:alphaModFix amt="20000"/>
            </a:blip>
            <a:stretch/>
          </p:blipFill>
          <p:spPr>
            <a:xfrm flipH="1">
              <a:off x="8480520" y="2106000"/>
              <a:ext cx="987120" cy="987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9" name="Google Shape;38;p2"/>
            <p:cNvPicPr/>
            <p:nvPr/>
          </p:nvPicPr>
          <p:blipFill>
            <a:blip r:embed="rId19">
              <a:alphaModFix amt="20000"/>
            </a:blip>
            <a:stretch/>
          </p:blipFill>
          <p:spPr>
            <a:xfrm rot="15300000" flipH="1">
              <a:off x="8291880" y="1815840"/>
              <a:ext cx="290160" cy="289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0" name="Google Shape;39;p2"/>
          <p:cNvSpPr/>
          <p:nvPr/>
        </p:nvSpPr>
        <p:spPr>
          <a:xfrm>
            <a:off x="573840" y="462240"/>
            <a:ext cx="7996320" cy="4218840"/>
          </a:xfrm>
          <a:prstGeom prst="rect">
            <a:avLst/>
          </a:prstGeom>
          <a:solidFill>
            <a:schemeClr val="lt1"/>
          </a:solidFill>
          <a:ln w="9360">
            <a:solidFill>
              <a:srgbClr val="3B2E2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73600" y="1017720"/>
            <a:ext cx="4725720" cy="17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Cliquez pour éditer le format du texte-titre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PlaceHolder 1"/>
          <p:cNvSpPr>
            <a:spLocks noGrp="1"/>
          </p:cNvSpPr>
          <p:nvPr>
            <p:ph type="subTitle"/>
          </p:nvPr>
        </p:nvSpPr>
        <p:spPr>
          <a:xfrm>
            <a:off x="1901160" y="539640"/>
            <a:ext cx="1633320" cy="175680"/>
          </a:xfrm>
          <a:prstGeom prst="rect">
            <a:avLst/>
          </a:prstGeom>
          <a:noFill/>
          <a:ln w="0">
            <a:noFill/>
          </a:ln>
        </p:spPr>
        <p:txBody>
          <a:bodyPr tIns="87840" bIns="878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>
                <a:solidFill>
                  <a:schemeClr val="lt1"/>
                </a:solidFill>
                <a:latin typeface="Roboto Mono"/>
                <a:ea typeface="Roboto Mono"/>
              </a:rPr>
              <a:t>www.slidesgo.e</a:t>
            </a: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8" name="Google Shape;1098;p35"/>
          <p:cNvPicPr/>
          <p:nvPr/>
        </p:nvPicPr>
        <p:blipFill>
          <a:blip r:embed="rId2"/>
          <a:srcRect l="3039" t="10488" r="3396"/>
          <a:stretch/>
        </p:blipFill>
        <p:spPr>
          <a:xfrm rot="5400000">
            <a:off x="4932720" y="914760"/>
            <a:ext cx="5166720" cy="3294000"/>
          </a:xfrm>
          <a:prstGeom prst="rect">
            <a:avLst/>
          </a:prstGeom>
          <a:ln w="0">
            <a:noFill/>
          </a:ln>
        </p:spPr>
      </p:pic>
      <p:sp>
        <p:nvSpPr>
          <p:cNvPr id="1979" name="PlaceHolder 2"/>
          <p:cNvSpPr>
            <a:spLocks noGrp="1"/>
          </p:cNvSpPr>
          <p:nvPr>
            <p:ph type="title"/>
          </p:nvPr>
        </p:nvSpPr>
        <p:spPr>
          <a:xfrm>
            <a:off x="1343160" y="360000"/>
            <a:ext cx="4848840" cy="563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Vente de</a:t>
            </a:r>
            <a:r>
              <a:rPr lang="en" sz="3500" b="0" strike="noStrike" spc="-1" dirty="0">
                <a:solidFill>
                  <a:schemeClr val="dk2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PIZZAS</a:t>
            </a:r>
            <a:endParaRPr lang="fr-FR" sz="35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1980" name="Image 1979"/>
          <p:cNvPicPr/>
          <p:nvPr/>
        </p:nvPicPr>
        <p:blipFill>
          <a:blip r:embed="rId3"/>
          <a:stretch/>
        </p:blipFill>
        <p:spPr>
          <a:xfrm>
            <a:off x="596160" y="475200"/>
            <a:ext cx="747000" cy="540000"/>
          </a:xfrm>
          <a:prstGeom prst="rect">
            <a:avLst/>
          </a:prstGeom>
          <a:ln w="0">
            <a:noFill/>
          </a:ln>
        </p:spPr>
      </p:pic>
      <p:pic>
        <p:nvPicPr>
          <p:cNvPr id="1981" name="Image 1980"/>
          <p:cNvPicPr/>
          <p:nvPr/>
        </p:nvPicPr>
        <p:blipFill>
          <a:blip r:embed="rId4"/>
          <a:stretch/>
        </p:blipFill>
        <p:spPr>
          <a:xfrm>
            <a:off x="6192000" y="474840"/>
            <a:ext cx="520560" cy="520560"/>
          </a:xfrm>
          <a:prstGeom prst="rect">
            <a:avLst/>
          </a:prstGeom>
          <a:ln w="0">
            <a:noFill/>
          </a:ln>
        </p:spPr>
      </p:pic>
      <p:sp>
        <p:nvSpPr>
          <p:cNvPr id="1982" name="PlaceHolder 3"/>
          <p:cNvSpPr>
            <a:spLocks noGrp="1"/>
          </p:cNvSpPr>
          <p:nvPr>
            <p:ph/>
          </p:nvPr>
        </p:nvSpPr>
        <p:spPr>
          <a:xfrm>
            <a:off x="2089440" y="1080000"/>
            <a:ext cx="3641760" cy="108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L’APEL organise une vente de pizzas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en partenariat avec </a:t>
            </a: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FIESTA PIZZA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le </a:t>
            </a: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14 novembre 2025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fr-FR" sz="6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Retrait des commandes à la sortie des classes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de 15h20 à 18h00 dans le hall de l’accueil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983" name="PlaceHolder 4"/>
          <p:cNvSpPr>
            <a:spLocks noGrp="1"/>
          </p:cNvSpPr>
          <p:nvPr>
            <p:ph/>
          </p:nvPr>
        </p:nvSpPr>
        <p:spPr>
          <a:xfrm>
            <a:off x="648000" y="2232000"/>
            <a:ext cx="4500000" cy="72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Paiement des commandes sur </a:t>
            </a: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École Directe </a:t>
            </a: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pour le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5 novembre</a:t>
            </a: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au plus tard (dans l’onglet paiement en ligne)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1984" name="Google Shape;1116;p 1"/>
          <p:cNvPicPr/>
          <p:nvPr/>
        </p:nvPicPr>
        <p:blipFill>
          <a:blip r:embed="rId5"/>
          <a:srcRect l="12142" t="9120" r="8955" b="10287"/>
          <a:stretch/>
        </p:blipFill>
        <p:spPr>
          <a:xfrm>
            <a:off x="5038920" y="2160000"/>
            <a:ext cx="901080" cy="906480"/>
          </a:xfrm>
          <a:prstGeom prst="rect">
            <a:avLst/>
          </a:prstGeom>
          <a:ln w="0">
            <a:noFill/>
          </a:ln>
        </p:spPr>
      </p:pic>
      <p:pic>
        <p:nvPicPr>
          <p:cNvPr id="1985" name="Google Shape;1117;p 2"/>
          <p:cNvPicPr/>
          <p:nvPr/>
        </p:nvPicPr>
        <p:blipFill>
          <a:blip r:embed="rId6"/>
          <a:stretch/>
        </p:blipFill>
        <p:spPr>
          <a:xfrm rot="21131400">
            <a:off x="625680" y="1074960"/>
            <a:ext cx="1377360" cy="1357560"/>
          </a:xfrm>
          <a:prstGeom prst="rect">
            <a:avLst/>
          </a:prstGeom>
          <a:ln w="0">
            <a:noFill/>
          </a:ln>
        </p:spPr>
      </p:pic>
      <p:sp>
        <p:nvSpPr>
          <p:cNvPr id="1986" name="PlaceHolder 5"/>
          <p:cNvSpPr>
            <a:spLocks noGrp="1"/>
          </p:cNvSpPr>
          <p:nvPr>
            <p:ph/>
          </p:nvPr>
        </p:nvSpPr>
        <p:spPr>
          <a:xfrm>
            <a:off x="720000" y="2800080"/>
            <a:ext cx="5760000" cy="15199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Toutes les pizzas sont au prix de </a:t>
            </a: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10 euros</a:t>
            </a: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: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317520">
              <a:lnSpc>
                <a:spcPct val="100000"/>
              </a:lnSpc>
              <a:spcBef>
                <a:spcPts val="737"/>
              </a:spcBef>
              <a:buClr>
                <a:srgbClr val="ECAA49"/>
              </a:buClr>
              <a:buFont typeface="Roboto Mono"/>
              <a:buChar char="●"/>
              <a:tabLst>
                <a:tab pos="0" algn="l"/>
              </a:tabLst>
            </a:pP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Reine</a:t>
            </a: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(Sauce tomate, mozzarella, jambon, champignons)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317520">
              <a:lnSpc>
                <a:spcPct val="100000"/>
              </a:lnSpc>
              <a:buClr>
                <a:srgbClr val="ECAA49"/>
              </a:buClr>
              <a:buFont typeface="Roboto Mono"/>
              <a:buChar char="●"/>
              <a:tabLst>
                <a:tab pos="0" algn="l"/>
              </a:tabLst>
            </a:pP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4 fromages</a:t>
            </a: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(Sauce tomate, mozzarella, raclette, cheddar, chèvre)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317520">
              <a:lnSpc>
                <a:spcPct val="100000"/>
              </a:lnSpc>
              <a:buClr>
                <a:srgbClr val="ECAA49"/>
              </a:buClr>
              <a:buFont typeface="Roboto Mono"/>
              <a:buChar char="●"/>
              <a:tabLst>
                <a:tab pos="0" algn="l"/>
              </a:tabLst>
            </a:pP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Orientale</a:t>
            </a: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(Sauce tomate, mozzarella, merguez, chorizo, poivrons, oignons rouges)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317520">
              <a:lnSpc>
                <a:spcPct val="100000"/>
              </a:lnSpc>
              <a:buClr>
                <a:srgbClr val="ECAA49"/>
              </a:buClr>
              <a:buFont typeface="Roboto Mono"/>
              <a:buChar char="●"/>
              <a:tabLst>
                <a:tab pos="0" algn="l"/>
              </a:tabLst>
            </a:pPr>
            <a:r>
              <a:rPr lang="en" sz="1200" b="1" strike="noStrike" spc="-1" dirty="0">
                <a:solidFill>
                  <a:srgbClr val="ECAA49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Grand Mam’s</a:t>
            </a:r>
            <a:r>
              <a:rPr lang="en" sz="1200" b="0" strike="noStrike" spc="-1" dirty="0">
                <a:solidFill>
                  <a:schemeClr val="dk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(Sauce tomate, mozzarella, oignons, viande hachée, tomates)</a:t>
            </a:r>
            <a:endParaRPr lang="fr-FR" sz="12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987" name="PlaceHolder 6"/>
          <p:cNvSpPr>
            <a:spLocks noGrp="1"/>
          </p:cNvSpPr>
          <p:nvPr>
            <p:ph/>
          </p:nvPr>
        </p:nvSpPr>
        <p:spPr>
          <a:xfrm>
            <a:off x="540000" y="4392000"/>
            <a:ext cx="6840000" cy="54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000" b="0" strike="noStrike" spc="-1" dirty="0">
                <a:solidFill>
                  <a:srgbClr val="0000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Les bénéfices serviront à financer les projets scolaires à venir pour nos enfants. Merci pour votre participation.</a:t>
            </a:r>
            <a:endParaRPr lang="fr-FR" sz="1000" b="0" strike="noStrike" spc="-1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988" name="ZoneTexte 1987"/>
          <p:cNvSpPr txBox="1"/>
          <p:nvPr/>
        </p:nvSpPr>
        <p:spPr>
          <a:xfrm>
            <a:off x="0" y="4932000"/>
            <a:ext cx="378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800" b="0" strike="noStrike" spc="-1" dirty="0">
                <a:solidFill>
                  <a:srgbClr val="0000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© modèle créé par slidesgo.com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memade Pizza Workshop for Pizza Week by Slidesgo">
  <a:themeElements>
    <a:clrScheme name="Simple Light">
      <a:dk1>
        <a:srgbClr val="3B2E2C"/>
      </a:dk1>
      <a:lt1>
        <a:srgbClr val="F8F5EE"/>
      </a:lt1>
      <a:dk2>
        <a:srgbClr val="ECAA49"/>
      </a:dk2>
      <a:lt2>
        <a:srgbClr val="FBE7B5"/>
      </a:lt2>
      <a:accent1>
        <a:srgbClr val="C72835"/>
      </a:accent1>
      <a:accent2>
        <a:srgbClr val="73992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B2E2C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152</Words>
  <Application>Microsoft Office PowerPoint</Application>
  <PresentationFormat>Affichage à l'écran (16:9)</PresentationFormat>
  <Paragraphs>17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Liberation Sans</vt:lpstr>
      <vt:lpstr>Roboto Mono</vt:lpstr>
      <vt:lpstr>Symbol</vt:lpstr>
      <vt:lpstr>Wingdings</vt:lpstr>
      <vt:lpstr>Homemade Pizza Workshop for Pizza Week by Slidesgo</vt:lpstr>
      <vt:lpstr>Vente de PIZZAS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Vente de PIZZAS</dc:title>
  <dc:subject/>
  <dc:creator>Rémi Synave</dc:creator>
  <dc:description/>
  <cp:lastModifiedBy>Office</cp:lastModifiedBy>
  <cp:revision>13</cp:revision>
  <cp:lastPrinted>2026-02-19T07:27:46Z</cp:lastPrinted>
  <dcterms:modified xsi:type="dcterms:W3CDTF">2026-02-19T09:18:52Z</dcterms:modified>
  <dc:language>fr-FR</dc:language>
</cp:coreProperties>
</file>